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740DE-DF40-4C58-8BAD-B65092C0F0D1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DE52D-2DAC-41B3-BAFA-E8279F5C7D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6919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E9D20-8095-48B6-B283-DFC9BF63A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F55059-FE04-44DA-95BB-E495783B9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23201C-250B-4BC0-9711-B62010B7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69F6-DF70-49B6-BB90-D225E921BF03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F81946-96A8-46A2-A193-BFD68E15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65D722-875D-4178-816C-ED919796D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DDAD-2BD9-4FA0-9ED0-B5436E40B3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2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282B2-DAD0-46E9-8FC5-684DC9113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F772D2-4668-4822-9615-F93E17EF2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376629-0F15-4C3D-8570-9BA615876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69F6-DF70-49B6-BB90-D225E921BF03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F55396-05A6-4CC0-8535-5040EEAF7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AF7416-35E8-4242-B3CB-5DE56694A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DDAD-2BD9-4FA0-9ED0-B5436E40B3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0991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C66A9-0AF0-4498-B94E-3921DFA18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B3997E-3BC0-4515-B3EA-13141C38D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159256-D22F-491E-A5FA-4E907A39B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69F6-DF70-49B6-BB90-D225E921BF03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133A44-A7B8-4B4F-A918-6C0ACC399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F2B66E-BCCF-4534-A29F-8082A0455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DDAD-2BD9-4FA0-9ED0-B5436E40B3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031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52D7E-58AF-4BD2-A1C1-5BF4352E0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1C78D2-8091-410D-BBE4-68848554D4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5472E7-8199-47B6-B0AF-15AA23262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FBABE6-F6C5-4F03-ADE1-4753F3A8F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69F6-DF70-49B6-BB90-D225E921BF03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3A925C-2E28-4C83-988D-58CE13F12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3A5028-86B5-41F9-A2F0-32CAC18F8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DDAD-2BD9-4FA0-9ED0-B5436E40B3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2041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58793E-AC56-4B98-A109-11469A2CE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A8854F-B747-46B7-A9A6-B24B48F0C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42A83C9-596C-4735-AC0F-659F4BE99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C9FF64-FDF4-46F7-9661-E969395B4A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8A9350-0991-4260-840A-3B55987352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1B1094-BE18-4FA9-9432-E592516BA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69F6-DF70-49B6-BB90-D225E921BF03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8C5E0E9-5DA4-44BD-A81C-854771C2E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11F49E-0033-4B46-8363-EDAFECC6F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DDAD-2BD9-4FA0-9ED0-B5436E40B3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0945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434B1-2BB6-4D1B-B025-D73E30624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A563740-8D09-4770-9580-A45CDB02A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69F6-DF70-49B6-BB90-D225E921BF03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D6CF989-DF82-4398-B8D7-D9620E36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45A77D-03BD-49C5-8788-73272FC37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DDAD-2BD9-4FA0-9ED0-B5436E40B3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670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F76FB8B-E841-4E33-BC8C-5AE4A3C0A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69F6-DF70-49B6-BB90-D225E921BF03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DFEA12-E729-4D9F-ACE9-D4743F927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5B25BD-8BC1-432A-A972-06DC34BA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DDAD-2BD9-4FA0-9ED0-B5436E40B3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00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A4802-F979-420D-BD03-B33682CBE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C0EE6B-A801-4F34-AADA-28D713F74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6A7EC40-C7D2-4CC9-B408-A398481A1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AA4698-E8E3-46DB-8CD8-00BEF20F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69F6-DF70-49B6-BB90-D225E921BF03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A53D34-F006-459F-9C09-A162F5F9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D468A95-1D5F-48DF-AF51-07A3EAD1D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DDAD-2BD9-4FA0-9ED0-B5436E40B3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2168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D53B7B-1E9F-4742-86AB-CD41895C4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974FA8-51B6-4F66-BEB2-1299E9D716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4DA934-1727-4FD2-BA45-C1A232DD3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6E8C0E-116D-4F7D-97C1-4E009DEBA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69F6-DF70-49B6-BB90-D225E921BF03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588E46-9FD0-40EC-8237-12B9A090C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6FA68F-6352-4D69-8E94-E64DF367B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DDAD-2BD9-4FA0-9ED0-B5436E40B3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8036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A5F78F-1EF9-4A80-8ED0-4EC40A6BF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52983F-78F2-43B4-9EEA-C2F665CA2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D7A013-2BE4-48C7-A554-F134AA6CB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69F6-DF70-49B6-BB90-D225E921BF03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31B18E-C30C-460F-A81A-8778C187A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A18341-5CBC-41B9-9E62-5E6238471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DDAD-2BD9-4FA0-9ED0-B5436E40B3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104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6C10F9D-9823-4AC0-B5AC-33916A715D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D6509F-27CC-40F5-BA6D-7B52C81D1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8DC8F3-2ADA-4E10-B368-54E38B88D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69F6-DF70-49B6-BB90-D225E921BF03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A02D6D-1DFA-4E49-A6B0-53F38A4D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CFC74C-6A4F-426E-A0DD-06ACD63B8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4DDAD-2BD9-4FA0-9ED0-B5436E40B3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6331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532FC1-9F51-486C-A94B-FE50A78AE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795DFB-5CCD-4BF3-AF3E-0510614A1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A38F4A-7DE9-48A2-AD50-F5F7C28615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769F6-DF70-49B6-BB90-D225E921BF03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8CAEC2-FE43-42EC-90D8-4041875B1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60058D-A76A-4C9A-98E3-431D452CC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4DDAD-2BD9-4FA0-9ED0-B5436E40B3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5194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993FD76-8460-4490-80EA-8D56A7FD1771}"/>
              </a:ext>
            </a:extLst>
          </p:cNvPr>
          <p:cNvSpPr/>
          <p:nvPr/>
        </p:nvSpPr>
        <p:spPr>
          <a:xfrm>
            <a:off x="3812345" y="1093762"/>
            <a:ext cx="4135902" cy="4670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14FA70EE-0762-4BA9-88F8-52BEF817EF47}"/>
              </a:ext>
            </a:extLst>
          </p:cNvPr>
          <p:cNvSpPr/>
          <p:nvPr/>
        </p:nvSpPr>
        <p:spPr>
          <a:xfrm>
            <a:off x="4923692" y="98474"/>
            <a:ext cx="1659988" cy="5627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7733F0E-31B8-4B9C-9D9B-56FE7AB56A57}"/>
              </a:ext>
            </a:extLst>
          </p:cNvPr>
          <p:cNvSpPr txBox="1"/>
          <p:nvPr/>
        </p:nvSpPr>
        <p:spPr>
          <a:xfrm>
            <a:off x="5202700" y="76407"/>
            <a:ext cx="2450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LOGO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0AEE1B4-8F93-46ED-A2B9-6A43B8920C39}"/>
              </a:ext>
            </a:extLst>
          </p:cNvPr>
          <p:cNvSpPr txBox="1"/>
          <p:nvPr/>
        </p:nvSpPr>
        <p:spPr>
          <a:xfrm>
            <a:off x="4443994" y="1413062"/>
            <a:ext cx="261938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/>
              <a:t>LOGIN</a:t>
            </a:r>
          </a:p>
          <a:p>
            <a:pPr algn="ctr"/>
            <a:endParaRPr lang="pt-BR" sz="3200" dirty="0"/>
          </a:p>
          <a:p>
            <a:pPr algn="ctr"/>
            <a:r>
              <a:rPr lang="pt-BR" sz="3200" dirty="0"/>
              <a:t>EMAIL</a:t>
            </a:r>
          </a:p>
          <a:p>
            <a:pPr algn="ctr"/>
            <a:endParaRPr lang="pt-BR" sz="3200" dirty="0"/>
          </a:p>
          <a:p>
            <a:pPr algn="ctr"/>
            <a:r>
              <a:rPr lang="pt-BR" sz="3200" dirty="0"/>
              <a:t>SENHA</a:t>
            </a:r>
          </a:p>
          <a:p>
            <a:pPr algn="ctr"/>
            <a:endParaRPr lang="pt-BR" sz="3200" dirty="0"/>
          </a:p>
          <a:p>
            <a:pPr algn="ctr"/>
            <a:r>
              <a:rPr lang="pt-BR" sz="3200" dirty="0"/>
              <a:t>BOTÃO DE ENVIAR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8431405-2E77-45FB-9C75-92D9143D2A10}"/>
              </a:ext>
            </a:extLst>
          </p:cNvPr>
          <p:cNvSpPr txBox="1"/>
          <p:nvPr/>
        </p:nvSpPr>
        <p:spPr>
          <a:xfrm>
            <a:off x="7948247" y="1120674"/>
            <a:ext cx="438912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700" dirty="0"/>
              <a:t>*OBS</a:t>
            </a:r>
          </a:p>
          <a:p>
            <a:r>
              <a:rPr lang="pt-BR" sz="1700" dirty="0"/>
              <a:t>Essa página não contém banco de dados real</a:t>
            </a:r>
          </a:p>
          <a:p>
            <a:endParaRPr lang="pt-BR" sz="1700" dirty="0"/>
          </a:p>
          <a:p>
            <a:r>
              <a:rPr lang="pt-BR" sz="1700" dirty="0"/>
              <a:t>1- </a:t>
            </a:r>
            <a:r>
              <a:rPr lang="pt-BR" sz="1700" dirty="0" err="1"/>
              <a:t>Checkbox</a:t>
            </a:r>
            <a:r>
              <a:rPr lang="pt-BR" sz="1700" dirty="0"/>
              <a:t> para lembrar senha</a:t>
            </a:r>
          </a:p>
          <a:p>
            <a:endParaRPr lang="pt-BR" sz="1700" dirty="0"/>
          </a:p>
          <a:p>
            <a:r>
              <a:rPr lang="pt-BR" sz="1700" dirty="0"/>
              <a:t>2 – O Botão vai para à pagina inicio.html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923F3CD-34C5-4E03-A22A-3A9112096582}"/>
              </a:ext>
            </a:extLst>
          </p:cNvPr>
          <p:cNvSpPr txBox="1"/>
          <p:nvPr/>
        </p:nvSpPr>
        <p:spPr>
          <a:xfrm>
            <a:off x="447614" y="399572"/>
            <a:ext cx="2712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i="1" u="sng" dirty="0">
                <a:latin typeface="Arial Black" panose="020B0A04020102020204" pitchFamily="34" charset="0"/>
              </a:rPr>
              <a:t>LOGIN.HTML</a:t>
            </a:r>
          </a:p>
        </p:txBody>
      </p:sp>
    </p:spTree>
    <p:extLst>
      <p:ext uri="{BB962C8B-B14F-4D97-AF65-F5344CB8AC3E}">
        <p14:creationId xmlns:p14="http://schemas.microsoft.com/office/powerpoint/2010/main" val="2207553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630E517-D787-4F11-948A-5068D2590FD2}"/>
              </a:ext>
            </a:extLst>
          </p:cNvPr>
          <p:cNvSpPr/>
          <p:nvPr/>
        </p:nvSpPr>
        <p:spPr>
          <a:xfrm>
            <a:off x="0" y="-2"/>
            <a:ext cx="12192000" cy="18569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492BD880-2DEC-41E7-9F58-6FDCCDE877E0}"/>
              </a:ext>
            </a:extLst>
          </p:cNvPr>
          <p:cNvSpPr/>
          <p:nvPr/>
        </p:nvSpPr>
        <p:spPr>
          <a:xfrm>
            <a:off x="506437" y="474322"/>
            <a:ext cx="1308295" cy="1153551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4B4EB69-4EAB-4019-ABF9-D890D96C9931}"/>
              </a:ext>
            </a:extLst>
          </p:cNvPr>
          <p:cNvSpPr txBox="1"/>
          <p:nvPr/>
        </p:nvSpPr>
        <p:spPr>
          <a:xfrm>
            <a:off x="771662" y="956107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PERFIL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812514-AF59-4A72-A00B-B6FCF0E1EBD4}"/>
              </a:ext>
            </a:extLst>
          </p:cNvPr>
          <p:cNvSpPr txBox="1"/>
          <p:nvPr/>
        </p:nvSpPr>
        <p:spPr>
          <a:xfrm>
            <a:off x="8595204" y="743800"/>
            <a:ext cx="2023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QUEM SOMOS NÓS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56EF81D-155C-4B01-98E4-A7AA37FD69BD}"/>
              </a:ext>
            </a:extLst>
          </p:cNvPr>
          <p:cNvSpPr txBox="1"/>
          <p:nvPr/>
        </p:nvSpPr>
        <p:spPr>
          <a:xfrm>
            <a:off x="2136488" y="803070"/>
            <a:ext cx="1870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Olá, @</a:t>
            </a:r>
            <a:r>
              <a:rPr lang="pt-BR" dirty="0" err="1"/>
              <a:t>Usúario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7376AA3-2506-4854-96A2-24EBA128B317}"/>
              </a:ext>
            </a:extLst>
          </p:cNvPr>
          <p:cNvSpPr txBox="1"/>
          <p:nvPr/>
        </p:nvSpPr>
        <p:spPr>
          <a:xfrm>
            <a:off x="10618515" y="743800"/>
            <a:ext cx="813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AJUDA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47B7682-8077-4D17-BCD9-760E25583E4E}"/>
              </a:ext>
            </a:extLst>
          </p:cNvPr>
          <p:cNvSpPr/>
          <p:nvPr/>
        </p:nvSpPr>
        <p:spPr>
          <a:xfrm>
            <a:off x="323557" y="2883878"/>
            <a:ext cx="3052689" cy="1744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9D9836D-1266-49BB-A122-3FEADEDA686F}"/>
              </a:ext>
            </a:extLst>
          </p:cNvPr>
          <p:cNvSpPr txBox="1"/>
          <p:nvPr/>
        </p:nvSpPr>
        <p:spPr>
          <a:xfrm>
            <a:off x="407680" y="3634712"/>
            <a:ext cx="2814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Acesse aqui provas/revisões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351560A-8F8C-4B40-9B48-390718AD8789}"/>
              </a:ext>
            </a:extLst>
          </p:cNvPr>
          <p:cNvSpPr/>
          <p:nvPr/>
        </p:nvSpPr>
        <p:spPr>
          <a:xfrm>
            <a:off x="4234375" y="2883877"/>
            <a:ext cx="3052688" cy="1744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2F73484-C895-4072-8E23-387FD51E2334}"/>
              </a:ext>
            </a:extLst>
          </p:cNvPr>
          <p:cNvSpPr/>
          <p:nvPr/>
        </p:nvSpPr>
        <p:spPr>
          <a:xfrm>
            <a:off x="7934178" y="2883877"/>
            <a:ext cx="2996420" cy="1744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204C592-D698-46FC-9957-FED876370FB6}"/>
              </a:ext>
            </a:extLst>
          </p:cNvPr>
          <p:cNvSpPr txBox="1"/>
          <p:nvPr/>
        </p:nvSpPr>
        <p:spPr>
          <a:xfrm>
            <a:off x="4234375" y="3634712"/>
            <a:ext cx="3615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Acesse aqui redações/</a:t>
            </a:r>
            <a:r>
              <a:rPr lang="pt-BR" dirty="0" err="1"/>
              <a:t>revisoes</a:t>
            </a:r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377B79F-E355-4D7C-9C16-45035EEAA959}"/>
              </a:ext>
            </a:extLst>
          </p:cNvPr>
          <p:cNvSpPr txBox="1"/>
          <p:nvPr/>
        </p:nvSpPr>
        <p:spPr>
          <a:xfrm>
            <a:off x="7921173" y="3571408"/>
            <a:ext cx="3104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Acesse aqui exercícios/revisões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023076A-4B84-4BAA-BD6D-F85981AE04CD}"/>
              </a:ext>
            </a:extLst>
          </p:cNvPr>
          <p:cNvSpPr txBox="1"/>
          <p:nvPr/>
        </p:nvSpPr>
        <p:spPr>
          <a:xfrm>
            <a:off x="26939" y="-22598"/>
            <a:ext cx="3093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i="1" dirty="0">
                <a:latin typeface="Arial Black" panose="020B0A04020102020204" pitchFamily="34" charset="0"/>
              </a:rPr>
              <a:t>INICIO.HTML</a:t>
            </a:r>
          </a:p>
        </p:txBody>
      </p:sp>
    </p:spTree>
    <p:extLst>
      <p:ext uri="{BB962C8B-B14F-4D97-AF65-F5344CB8AC3E}">
        <p14:creationId xmlns:p14="http://schemas.microsoft.com/office/powerpoint/2010/main" val="3886485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D91F6AC-CDDD-4EE4-838A-854C9AF8F2CE}"/>
              </a:ext>
            </a:extLst>
          </p:cNvPr>
          <p:cNvSpPr/>
          <p:nvPr/>
        </p:nvSpPr>
        <p:spPr>
          <a:xfrm>
            <a:off x="0" y="0"/>
            <a:ext cx="12192000" cy="18147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EC35B14-F454-4E5B-BF5A-E3CEA02FE34B}"/>
              </a:ext>
            </a:extLst>
          </p:cNvPr>
          <p:cNvSpPr txBox="1"/>
          <p:nvPr/>
        </p:nvSpPr>
        <p:spPr>
          <a:xfrm>
            <a:off x="796083" y="676533"/>
            <a:ext cx="15672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latin typeface="Arial Black" panose="020B0A04020102020204" pitchFamily="34" charset="0"/>
              </a:rPr>
              <a:t>PROVAS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73EC1D-1A47-49AE-8C0A-29EBBCBD54B5}"/>
              </a:ext>
            </a:extLst>
          </p:cNvPr>
          <p:cNvSpPr txBox="1"/>
          <p:nvPr/>
        </p:nvSpPr>
        <p:spPr>
          <a:xfrm>
            <a:off x="7413675" y="722699"/>
            <a:ext cx="3726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INICIO     QUEM SOMOS NÓS    AJUDA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5B2E77B-6252-4BAD-887C-2D48D5DA92C9}"/>
              </a:ext>
            </a:extLst>
          </p:cNvPr>
          <p:cNvSpPr/>
          <p:nvPr/>
        </p:nvSpPr>
        <p:spPr>
          <a:xfrm>
            <a:off x="2363372" y="2936630"/>
            <a:ext cx="6541477" cy="9847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8940A5-C2B7-41EC-ABB3-49180A77042A}"/>
              </a:ext>
            </a:extLst>
          </p:cNvPr>
          <p:cNvSpPr/>
          <p:nvPr/>
        </p:nvSpPr>
        <p:spPr>
          <a:xfrm>
            <a:off x="2307101" y="4812435"/>
            <a:ext cx="6597748" cy="12859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ECCABAE-FE81-4AE9-ADE1-07CB020B3553}"/>
              </a:ext>
            </a:extLst>
          </p:cNvPr>
          <p:cNvSpPr txBox="1"/>
          <p:nvPr/>
        </p:nvSpPr>
        <p:spPr>
          <a:xfrm>
            <a:off x="2564128" y="2262898"/>
            <a:ext cx="5880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ESCOLHA QUAL PROVA DESEJA VISUALIZAR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92180A9-F019-4AEA-B136-DFFDAE0804E4}"/>
              </a:ext>
            </a:extLst>
          </p:cNvPr>
          <p:cNvSpPr txBox="1"/>
          <p:nvPr/>
        </p:nvSpPr>
        <p:spPr>
          <a:xfrm>
            <a:off x="4440380" y="3451887"/>
            <a:ext cx="2128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PROVA E GABARITOS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134C420-73CC-4172-B70B-E6E40E491503}"/>
              </a:ext>
            </a:extLst>
          </p:cNvPr>
          <p:cNvSpPr txBox="1"/>
          <p:nvPr/>
        </p:nvSpPr>
        <p:spPr>
          <a:xfrm>
            <a:off x="5040384" y="3059667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latin typeface="Arial Black" panose="020B0A04020102020204" pitchFamily="34" charset="0"/>
              </a:rPr>
              <a:t>ENEM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1C235F4-8209-4763-BDCF-73D6D40D5A7A}"/>
              </a:ext>
            </a:extLst>
          </p:cNvPr>
          <p:cNvSpPr txBox="1"/>
          <p:nvPr/>
        </p:nvSpPr>
        <p:spPr>
          <a:xfrm>
            <a:off x="4885020" y="5051904"/>
            <a:ext cx="1083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 Black" panose="020B0A04020102020204" pitchFamily="34" charset="0"/>
              </a:rPr>
              <a:t>FATEC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5E4CA54-92D9-4B54-9BC4-5264EC106314}"/>
              </a:ext>
            </a:extLst>
          </p:cNvPr>
          <p:cNvSpPr txBox="1"/>
          <p:nvPr/>
        </p:nvSpPr>
        <p:spPr>
          <a:xfrm>
            <a:off x="4541741" y="5528548"/>
            <a:ext cx="2128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PROVA E GABARITOS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2930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6906001-693E-4221-A01A-F132A91DFF22}"/>
              </a:ext>
            </a:extLst>
          </p:cNvPr>
          <p:cNvSpPr/>
          <p:nvPr/>
        </p:nvSpPr>
        <p:spPr>
          <a:xfrm>
            <a:off x="0" y="0"/>
            <a:ext cx="12192000" cy="17303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B48C56-C556-45BC-8168-775FB4813182}"/>
              </a:ext>
            </a:extLst>
          </p:cNvPr>
          <p:cNvSpPr txBox="1"/>
          <p:nvPr/>
        </p:nvSpPr>
        <p:spPr>
          <a:xfrm>
            <a:off x="323557" y="603553"/>
            <a:ext cx="26516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latin typeface="Arial Black" panose="020B0A04020102020204" pitchFamily="34" charset="0"/>
              </a:rPr>
              <a:t>EXERCICIOS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212B355-8EA8-4264-8F3D-28422CF768D0}"/>
              </a:ext>
            </a:extLst>
          </p:cNvPr>
          <p:cNvSpPr txBox="1"/>
          <p:nvPr/>
        </p:nvSpPr>
        <p:spPr>
          <a:xfrm>
            <a:off x="7638758" y="680497"/>
            <a:ext cx="3726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INICIO     QUEM SOMOS NÓS    AJUDA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EF2EB33-B910-441B-BCBB-71A50A3B2219}"/>
              </a:ext>
            </a:extLst>
          </p:cNvPr>
          <p:cNvSpPr txBox="1"/>
          <p:nvPr/>
        </p:nvSpPr>
        <p:spPr>
          <a:xfrm>
            <a:off x="1167618" y="1949158"/>
            <a:ext cx="94738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latin typeface="Arial Black" panose="020B0A04020102020204" pitchFamily="34" charset="0"/>
              </a:rPr>
              <a:t>ACESSE AQUI EXERCICIOS PARA DIVERSAS MATERIAS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C6B3AA3-1CEA-42BE-8A7E-1DEB6D5F4098}"/>
              </a:ext>
            </a:extLst>
          </p:cNvPr>
          <p:cNvSpPr/>
          <p:nvPr/>
        </p:nvSpPr>
        <p:spPr>
          <a:xfrm>
            <a:off x="1649367" y="2729132"/>
            <a:ext cx="2096085" cy="1666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43904BF-007C-4539-8DB8-9BA22B283E70}"/>
              </a:ext>
            </a:extLst>
          </p:cNvPr>
          <p:cNvSpPr/>
          <p:nvPr/>
        </p:nvSpPr>
        <p:spPr>
          <a:xfrm>
            <a:off x="4712677" y="2729132"/>
            <a:ext cx="2096086" cy="1666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20A6B82-EA76-4EC4-BB75-D79E08DE75EA}"/>
              </a:ext>
            </a:extLst>
          </p:cNvPr>
          <p:cNvSpPr/>
          <p:nvPr/>
        </p:nvSpPr>
        <p:spPr>
          <a:xfrm>
            <a:off x="7835705" y="2729132"/>
            <a:ext cx="2447778" cy="1666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7B2DCF5-2FA7-416B-9F13-91B75A57E0D3}"/>
              </a:ext>
            </a:extLst>
          </p:cNvPr>
          <p:cNvSpPr txBox="1"/>
          <p:nvPr/>
        </p:nvSpPr>
        <p:spPr>
          <a:xfrm>
            <a:off x="1513989" y="3105834"/>
            <a:ext cx="2366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GERAL</a:t>
            </a:r>
          </a:p>
          <a:p>
            <a:pPr algn="ctr"/>
            <a:r>
              <a:rPr lang="pt-BR" dirty="0"/>
              <a:t>(TODAS AS MATERIAS)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52CEBB5-4E5B-4D21-8D0D-D370DE3C150D}"/>
              </a:ext>
            </a:extLst>
          </p:cNvPr>
          <p:cNvSpPr txBox="1"/>
          <p:nvPr/>
        </p:nvSpPr>
        <p:spPr>
          <a:xfrm>
            <a:off x="5163441" y="3377530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HUMANAS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B5ADF55-09A5-4AD4-B389-048195D81AEC}"/>
              </a:ext>
            </a:extLst>
          </p:cNvPr>
          <p:cNvSpPr txBox="1"/>
          <p:nvPr/>
        </p:nvSpPr>
        <p:spPr>
          <a:xfrm>
            <a:off x="8636819" y="3338398"/>
            <a:ext cx="865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EXATAS</a:t>
            </a:r>
          </a:p>
        </p:txBody>
      </p:sp>
    </p:spTree>
    <p:extLst>
      <p:ext uri="{BB962C8B-B14F-4D97-AF65-F5344CB8AC3E}">
        <p14:creationId xmlns:p14="http://schemas.microsoft.com/office/powerpoint/2010/main" val="1720152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8182266-14D0-4FFA-AEF3-F2C3961AAAB3}"/>
              </a:ext>
            </a:extLst>
          </p:cNvPr>
          <p:cNvSpPr/>
          <p:nvPr/>
        </p:nvSpPr>
        <p:spPr>
          <a:xfrm>
            <a:off x="0" y="0"/>
            <a:ext cx="12192000" cy="20960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73D6880-989D-4F84-BAA1-CBE537834125}"/>
              </a:ext>
            </a:extLst>
          </p:cNvPr>
          <p:cNvSpPr txBox="1"/>
          <p:nvPr/>
        </p:nvSpPr>
        <p:spPr>
          <a:xfrm>
            <a:off x="351692" y="618979"/>
            <a:ext cx="43328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Arial Black" panose="020B0A04020102020204" pitchFamily="34" charset="0"/>
              </a:rPr>
              <a:t>REDAÇÃO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4C13EBB-3F46-4235-8E42-F599774AAB86}"/>
              </a:ext>
            </a:extLst>
          </p:cNvPr>
          <p:cNvSpPr txBox="1"/>
          <p:nvPr/>
        </p:nvSpPr>
        <p:spPr>
          <a:xfrm>
            <a:off x="7507461" y="863377"/>
            <a:ext cx="3832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INICIO      QUEM SOMOS NÓS     AJUDA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C64AC68-A3ED-44D9-B553-C69E1C804F83}"/>
              </a:ext>
            </a:extLst>
          </p:cNvPr>
          <p:cNvSpPr/>
          <p:nvPr/>
        </p:nvSpPr>
        <p:spPr>
          <a:xfrm>
            <a:off x="2293034" y="3770142"/>
            <a:ext cx="7033846" cy="20960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6D1CB89-BEE1-43AA-9386-7392607FA776}"/>
              </a:ext>
            </a:extLst>
          </p:cNvPr>
          <p:cNvSpPr txBox="1"/>
          <p:nvPr/>
        </p:nvSpPr>
        <p:spPr>
          <a:xfrm>
            <a:off x="3193367" y="2959463"/>
            <a:ext cx="4977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ACESSE AQUI PARA FAZER REDAÇÕES E CORREÇÕES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43B3E08-9E00-4AED-ACA3-A9E64FE58861}"/>
              </a:ext>
            </a:extLst>
          </p:cNvPr>
          <p:cNvSpPr txBox="1"/>
          <p:nvPr/>
        </p:nvSpPr>
        <p:spPr>
          <a:xfrm>
            <a:off x="4811150" y="4679685"/>
            <a:ext cx="1997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REDAÇÃO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9291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44E0B91-B8EF-487C-9BF5-91D953B3CE17}"/>
              </a:ext>
            </a:extLst>
          </p:cNvPr>
          <p:cNvSpPr/>
          <p:nvPr/>
        </p:nvSpPr>
        <p:spPr>
          <a:xfrm>
            <a:off x="0" y="0"/>
            <a:ext cx="12192000" cy="17865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D196189-D8FF-40B3-AE3D-2E9787076958}"/>
              </a:ext>
            </a:extLst>
          </p:cNvPr>
          <p:cNvSpPr txBox="1"/>
          <p:nvPr/>
        </p:nvSpPr>
        <p:spPr>
          <a:xfrm>
            <a:off x="407963" y="631688"/>
            <a:ext cx="2392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latin typeface="Arial Black" panose="020B0A04020102020204" pitchFamily="34" charset="0"/>
              </a:rPr>
              <a:t>MATERIAIS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9B56B11-D3C1-4F9D-85C3-6BBB298BC5D3}"/>
              </a:ext>
            </a:extLst>
          </p:cNvPr>
          <p:cNvSpPr txBox="1"/>
          <p:nvPr/>
        </p:nvSpPr>
        <p:spPr>
          <a:xfrm>
            <a:off x="7624689" y="708632"/>
            <a:ext cx="3726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INICIO    QUEM SOMOS NÓS     AJUDA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2DF2E99-48F5-4DDC-9781-D7DB73272BCA}"/>
              </a:ext>
            </a:extLst>
          </p:cNvPr>
          <p:cNvSpPr txBox="1"/>
          <p:nvPr/>
        </p:nvSpPr>
        <p:spPr>
          <a:xfrm>
            <a:off x="3442582" y="2027533"/>
            <a:ext cx="4182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rial Black" panose="020B0A04020102020204" pitchFamily="34" charset="0"/>
              </a:rPr>
              <a:t>ACESSE AQUI AS VIDEO AULAS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140470E-DED6-42D8-BD91-8D264028A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66" y="2637801"/>
            <a:ext cx="9976745" cy="395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76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1B5419E-7FCE-4754-B261-1E4295610BAC}"/>
              </a:ext>
            </a:extLst>
          </p:cNvPr>
          <p:cNvSpPr/>
          <p:nvPr/>
        </p:nvSpPr>
        <p:spPr>
          <a:xfrm>
            <a:off x="0" y="3193366"/>
            <a:ext cx="12192000" cy="3664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98E4F7-8C95-4290-98C4-1A1172440FF9}"/>
              </a:ext>
            </a:extLst>
          </p:cNvPr>
          <p:cNvSpPr txBox="1"/>
          <p:nvPr/>
        </p:nvSpPr>
        <p:spPr>
          <a:xfrm>
            <a:off x="0" y="1899138"/>
            <a:ext cx="22758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latin typeface="Arial Black" panose="020B0A04020102020204" pitchFamily="34" charset="0"/>
              </a:rPr>
              <a:t>FOOTER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5E521DC-AA26-476A-BA74-7252F3A07CA7}"/>
              </a:ext>
            </a:extLst>
          </p:cNvPr>
          <p:cNvSpPr txBox="1"/>
          <p:nvPr/>
        </p:nvSpPr>
        <p:spPr>
          <a:xfrm>
            <a:off x="970008" y="3869343"/>
            <a:ext cx="261174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QUEM SOMOS NÓS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AJUDA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TERMOS DE PRIVACIDADE</a:t>
            </a:r>
          </a:p>
          <a:p>
            <a:pPr algn="ctr"/>
            <a:endParaRPr lang="pt-BR" dirty="0"/>
          </a:p>
          <a:p>
            <a:pPr algn="ctr"/>
            <a:r>
              <a:rPr lang="pt-BR" dirty="0"/>
              <a:t>TERMOS DE USO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4092D30-7F73-4936-B3E7-1DC8B6B6EE29}"/>
              </a:ext>
            </a:extLst>
          </p:cNvPr>
          <p:cNvSpPr txBox="1"/>
          <p:nvPr/>
        </p:nvSpPr>
        <p:spPr>
          <a:xfrm>
            <a:off x="8285871" y="4885005"/>
            <a:ext cx="1154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latin typeface="Arial Black" panose="020B0A04020102020204" pitchFamily="34" charset="0"/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6409855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139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Josue Salvador dos Santos Oliveira</dc:creator>
  <cp:lastModifiedBy>Josue Salvador dos Santos Oliveira</cp:lastModifiedBy>
  <cp:revision>6</cp:revision>
  <dcterms:created xsi:type="dcterms:W3CDTF">2026-10-07T18:26:55Z</dcterms:created>
  <dcterms:modified xsi:type="dcterms:W3CDTF">2026-10-07T19:19:03Z</dcterms:modified>
</cp:coreProperties>
</file>